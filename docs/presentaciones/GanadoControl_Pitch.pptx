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(0:00–0:06): «¿Cuánto le cuesta a su hacienda no saber, en tiempo real, qué pasa con cada una de sus vacas?»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(0:06–0:10): «Somos el equipo de GanadoControl, la plataforma de trazabilidad ganadera 100% colombiana.»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(0:10–0:20): «Hoy la Asistente Administrativa de Control depende de papeles del Capataz: sin datos centralizados, crece el riesgo de Consanguinidad y fallan los reportes de Trazabilidad ICA.»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(0:20–0:30): «GanadoControl centraliza cada dato del hato: nacimiento, Ciclo Estral, pesajes y Tiempo de Retiro, accesible desde el celular del Capataz hasta el escritorio de la Asistente.»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(0:30–0:35): «A diferencia del Excel o el cuaderno, alertamos automáticamente sobre Consanguinidad y vencimientos de Trazabilidad ICA.»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(0:35–0:50): «El hato bovino colombiano supera los 29,6 millones de cabezas, según el ICA y Fedegán. Nuestro modelo es SaaS: suscripción mensual por cabeza de ganado. Hoy validamos el piloto en campo con la Asistente Administrativa de Control y el Capataz.»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(0:50–1:00): «Buscamos una alianza con su hacienda para validar el piloto y una inversión inicial para escalar Trazabilidad ICA a toda la región. ¡Únase a GanadoControl!»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icon_cow_forest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7955280" y="274320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GANCHO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561320" y="3657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561320" y="3657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0:06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488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LE CUESTA A SU HACIENDA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718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SABER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QUÉ LE PASA A CADA VACA?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51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minuto sin datos es una decisión tomada a ciegas.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PRESENTACIÓN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61320" y="3657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B3A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61320" y="3657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0:06 – 0:10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737360" cy="1737360"/>
          </a:xfrm>
          <a:prstGeom prst="roundRect">
            <a:avLst>
              <a:gd name="adj" fmla="val 50000"/>
            </a:avLst>
          </a:prstGeom>
          <a:solidFill>
            <a:srgbClr val="E6EFE6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6" name="Image 0" descr="/home/claude/pitch/icon_cow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50592"/>
            <a:ext cx="1042416" cy="10424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92608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GanadoControl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2971800" y="2971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ganadera inteligente, de potrero a reporte.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2971800" y="3611880"/>
            <a:ext cx="2743200" cy="0"/>
          </a:xfrm>
          <a:prstGeom prst="line">
            <a:avLst/>
          </a:prstGeom>
          <a:noFill/>
          <a:ln w="28575">
            <a:solidFill>
              <a:srgbClr val="E3A9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71800" y="3794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GanadoControl  ·  Proyecto académico de software ganadero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PROBLEMA CUANTIFICABLE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61320" y="3657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B3A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61320" y="3657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– 0:20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TRAZABILIDAD, </a:t>
            </a:r>
            <a:pPr indent="0" marL="0">
              <a:buNone/>
            </a:pPr>
            <a:r>
              <a:rPr lang="en-US" sz="3400" b="1" dirty="0">
                <a:solidFill>
                  <a:srgbClr val="E3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CONTROL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Asistente Administrativa de Control depende de reportes en papel del Capataz — sin datos centralizados en campo.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331927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1E6E0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2B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96796" y="3108960"/>
            <a:ext cx="1005840" cy="1005840"/>
          </a:xfrm>
          <a:prstGeom prst="ellipse">
            <a:avLst/>
          </a:prstGeom>
          <a:solidFill>
            <a:srgbClr val="E6EFE6"/>
          </a:solidFill>
          <a:ln/>
        </p:spPr>
      </p:sp>
      <p:pic>
        <p:nvPicPr>
          <p:cNvPr id="9" name="Image 0" descr="/home/claude/pitch/icon_papers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108" y="331927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42519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en papel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800600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Capataz reporta a mano; la información llega tarde o se pierde.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87952" y="2788920"/>
            <a:ext cx="331927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1E6E0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2B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44668" y="3108960"/>
            <a:ext cx="1005840" cy="1005840"/>
          </a:xfrm>
          <a:prstGeom prst="ellipse">
            <a:avLst/>
          </a:prstGeom>
          <a:solidFill>
            <a:srgbClr val="E6EFE6"/>
          </a:solidFill>
          <a:ln/>
        </p:spPr>
      </p:sp>
      <p:pic>
        <p:nvPicPr>
          <p:cNvPr id="14" name="Image 1" descr="/home/claude/pitch/icon_dna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80" y="3319272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16552" y="42519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Consanguinidad no detectada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462272" y="4800600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genealogía centralizada, crece el riesgo en los cruces.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735824" y="2788920"/>
            <a:ext cx="331927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1E6E0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2B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892540" y="3108960"/>
            <a:ext cx="1005840" cy="1005840"/>
          </a:xfrm>
          <a:prstGeom prst="ellipse">
            <a:avLst/>
          </a:prstGeom>
          <a:solidFill>
            <a:srgbClr val="E6EFE6"/>
          </a:solidFill>
          <a:ln/>
        </p:spPr>
      </p:sp>
      <p:pic>
        <p:nvPicPr>
          <p:cNvPr id="19" name="Image 2" descr="/home/claude/pitch/icon_shield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852" y="3319272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64424" y="42519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ICA en riesgo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010144" y="4800600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incompletos frente a las exigencias sanitarias.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SOLUCIÓN Y VALOR TECNOLÓGICO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61320" y="3657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61320" y="3657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 – 0:30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sistema, del potrero al reporte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3291840"/>
            <a:ext cx="9418320" cy="0"/>
          </a:xfrm>
          <a:prstGeom prst="line">
            <a:avLst/>
          </a:prstGeom>
          <a:noFill/>
          <a:ln w="25400">
            <a:solidFill>
              <a:srgbClr val="7BAE7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94360" y="2514600"/>
            <a:ext cx="1554480" cy="1554480"/>
          </a:xfrm>
          <a:prstGeom prst="ellipse">
            <a:avLst/>
          </a:prstGeom>
          <a:solidFill>
            <a:srgbClr val="10241A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8" name="Image 0" descr="/home/claude/pitch/icon_c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907792"/>
            <a:ext cx="768096" cy="7680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432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Nacimiento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948940" y="2514600"/>
            <a:ext cx="1554480" cy="1554480"/>
          </a:xfrm>
          <a:prstGeom prst="ellipse">
            <a:avLst/>
          </a:prstGeom>
          <a:solidFill>
            <a:srgbClr val="10241A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11" name="Image 1" descr="/home/claude/pitch/icon_cy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2907792"/>
            <a:ext cx="768096" cy="7680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2890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Estral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303520" y="2514600"/>
            <a:ext cx="1554480" cy="1554480"/>
          </a:xfrm>
          <a:prstGeom prst="ellipse">
            <a:avLst/>
          </a:prstGeom>
          <a:solidFill>
            <a:srgbClr val="10241A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14" name="Image 2" descr="/home/claude/pitch/icon_chartLi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907792"/>
            <a:ext cx="768096" cy="7680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8348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58100" y="2514600"/>
            <a:ext cx="1554480" cy="1554480"/>
          </a:xfrm>
          <a:prstGeom prst="ellipse">
            <a:avLst/>
          </a:prstGeom>
          <a:solidFill>
            <a:srgbClr val="10241A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17" name="Image 3" descr="/home/claude/pitch/icon_stopwat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292" y="2907792"/>
            <a:ext cx="768096" cy="7680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3806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Retiro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10012680" y="2514600"/>
            <a:ext cx="1554480" cy="1554480"/>
          </a:xfrm>
          <a:prstGeom prst="ellipse">
            <a:avLst/>
          </a:prstGeom>
          <a:solidFill>
            <a:srgbClr val="E3A93B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20" name="Image 4" descr="/home/claude/pitch/icon_clipboard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2907792"/>
            <a:ext cx="768096" cy="7680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69264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ICA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640080" y="5029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celular del Capataz al escritorio de la Asistente Administrativa de Control — en tiempo real.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DIFERENCIACIÓN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61320" y="3657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B3A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61320" y="3657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cuaderno nunca le va a decir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937760" cy="3657600"/>
          </a:xfrm>
          <a:prstGeom prst="roundRect">
            <a:avLst>
              <a:gd name="adj" fmla="val 2500"/>
            </a:avLst>
          </a:prstGeom>
          <a:solidFill>
            <a:srgbClr val="EDEEEA"/>
          </a:solidFill>
          <a:ln/>
        </p:spPr>
      </p:sp>
      <p:pic>
        <p:nvPicPr>
          <p:cNvPr id="7" name="Image 0" descr="/home/claude/pitch/icon_papers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5146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 Y EXCEL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Datos dispersos y desactualizados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Nadie avisa antes del problema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5029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Nadie cruza los datos de todo el hato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852160" y="2148840"/>
            <a:ext cx="5669280" cy="3657600"/>
          </a:xfrm>
          <a:prstGeom prst="roundRect">
            <a:avLst>
              <a:gd name="adj" fmla="val 2500"/>
            </a:avLst>
          </a:prstGeom>
          <a:solidFill>
            <a:srgbClr val="1B3A2B"/>
          </a:solidFill>
          <a:ln/>
          <a:effectLst>
            <a:outerShdw sx="100000" sy="100000" kx="0" ky="0" algn="bl" rotWithShape="0" blurRad="127000" dist="50800" dir="5400000">
              <a:srgbClr val="1B3A2B">
                <a:alpha val="30000"/>
              </a:srgbClr>
            </a:outerShdw>
          </a:effectLst>
        </p:spPr>
      </p:sp>
      <p:pic>
        <p:nvPicPr>
          <p:cNvPr id="13" name="Image 1" descr="/home/claude/pitch/icon_shie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514600"/>
            <a:ext cx="822960" cy="8229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3474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GANADOCONTROL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309360" y="4114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Alerta automática de Consanguinidad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6309360" y="4572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Vencimientos de Trazabilidad ICA al día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309360" y="5029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Control activo del Tiempo de Retiro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· MERCADO, MODELO Y TRACCIÓN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61320" y="3657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B3A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61320" y="3657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 – 0:50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4663440" cy="4480560"/>
          </a:xfrm>
          <a:prstGeom prst="roundRect">
            <a:avLst>
              <a:gd name="adj" fmla="val 2449"/>
            </a:avLst>
          </a:prstGeom>
          <a:solidFill>
            <a:srgbClr val="1B3A2B"/>
          </a:solidFill>
          <a:ln/>
        </p:spPr>
      </p:sp>
      <p:pic>
        <p:nvPicPr>
          <p:cNvPr id="6" name="Image 0" descr="/home/claude/pitch/icon_ma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08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057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3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29,6 M</a:t>
            </a:r>
            <a:endParaRPr lang="en-US" sz="6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cabezas de ganado bovino en Colombia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0" y="3840480"/>
            <a:ext cx="2011680" cy="0"/>
          </a:xfrm>
          <a:prstGeom prst="line">
            <a:avLst/>
          </a:prstGeom>
          <a:noFill/>
          <a:ln w="12700">
            <a:solidFill>
              <a:srgbClr val="7BAE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+600.000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predios ganaderos potenciales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5349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ICA / Fedegán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23560" y="1234440"/>
            <a:ext cx="5897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E0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B">
                <a:alpha val="15000"/>
              </a:srgbClr>
            </a:outerShdw>
          </a:effectLst>
        </p:spPr>
      </p:sp>
      <p:pic>
        <p:nvPicPr>
          <p:cNvPr id="14" name="Image 1" descr="/home/claude/pitch/icon_moneyStack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08760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675120" y="1508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201168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por suscripción mensual, tarifa por cabeza de ganado registrada — acceso ilimitado para la Asistente Administrativa de Control y el Capataz.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23560" y="3566160"/>
            <a:ext cx="5897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E0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B">
                <a:alpha val="15000"/>
              </a:srgbClr>
            </a:outerShdw>
          </a:effectLst>
        </p:spPr>
      </p:sp>
      <p:pic>
        <p:nvPicPr>
          <p:cNvPr id="18" name="Image 2" descr="/home/claude/pitch/icon_chartLine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40480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75120" y="38404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943600" y="43434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en validación de campo con datos reales del ciclo de potreros — próxima meta: [N.º de haciendas / animales] bajo trazabilidad activa.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icon_cow_forest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-1097280" y="210312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· CIERRE Y LLAMADO A LA ACCIÓN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561320" y="3657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561320" y="3657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1:00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920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REAL,
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E3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POTRERO AL REPORTE ICA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291840" y="370332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10241A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8" name="Image 1" descr="/home/claude/pitch/icon_handshak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977640"/>
            <a:ext cx="685800" cy="685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34840" y="38862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aliados piloto y una inversión inicial de [$ ___] para escalar GanadoControl a más haciendas.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5212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GanadoControl · Únase a la trazabilidad inteligente del hato colombiano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2026-08-29T17:16:00Z</dcterms:created>
  <dcterms:modified xsi:type="dcterms:W3CDTF">2026-08-29T17:16:00Z</dcterms:modified>
</cp:coreProperties>
</file>